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82296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1828800"/>
            <a:ext cx="7863840" cy="4572000"/>
          </a:xfrm>
        </p:spPr>
        <p:txBody>
          <a:bodyPr/>
          <a:lstStyle/>
          <a:p>
            <a:pPr algn="ctr">
              <a:defRPr sz="1700">
                <a:solidFill>
                  <a:srgbClr val="282828"/>
                </a:solidFill>
              </a:defRPr>
            </a:pPr>
            <a:r>
              <a:t>Problem Statement ID: SIH26047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Problem Statement Title: Patient Case-Taking Software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Theme: HEALTH TECH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PS Category: Software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Team ID: SIH2026-184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Team Name: AFTER HOURS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Team Leader: Harsha Kolli (ENG25AM0171)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Team Members: Sushanth Hegde (ENG25AD0070), Ashish P (ENG25AM0143), 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Harsh Kubade (ENG25AM0148), Aditya Raj (ENG25AD0083), Priyanshu Chauhan (ENG25CS0663)</a:t>
            </a:r>
          </a:p>
          <a:p>
            <a:pPr algn="ctr">
              <a:defRPr sz="1700">
                <a:solidFill>
                  <a:srgbClr val="282828"/>
                </a:solidFill>
              </a:defRPr>
            </a:pPr>
            <a:r>
              <a:t>School of Engineering, Dayananda Sagar University, Bengaluru - 562112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84632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IDEA TITLE: HealthSync AI-Assisted Recovery Journey System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Proposed Solution: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HealthSync is an integrated healthcare platform empowering patients and clinicians.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Problem Addressed: Medical reports are complex, finding specialists is hard, and medication non-adherence causes severe risks.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Solution: AI-powered assistant that scans reports, analyzes conditions, recommends specialists, manages online consultations, and tracks recovery.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Innovation and Uniqueness: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3D Digital Twin: An interactive 3D body model for patients to visually map symptoms and localized pain.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Multi-lingual Voice Assistant: Hands-free voice interactions (English/Hindi) with Text-To-Speech for accessibility.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Jan Aushadhi Integration: Recommends affordable generic medicine alternatives.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84632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Technologies to be Used: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Frontend: Next.js 14, React, Three.js (3D Twin), Framer Motion, Tailwind CSS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AI Models: Groq API (LLaMA-3 70B for fast NLP), SambaNova API (Llama-3.2 90B Vision for OCR/Reports)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Voice/Accessibility: Web Speech API for real-time transcription and Text-to-Speech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Backend/Architecture: Modular, cloud-based API Routes, Privacy-first design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Methodology and Implementation Process: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Patients interact via the 3D avatar to report symptoms, or use the voice assistant to speak naturally.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SambaNova Vision AI extracts data from uploaded medical reports and prescriptions.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Groq LLaMA analyzes the data, assesses urgency, and generates a personalized recovery/diet plan.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Integrated ASAP Emergency SOS (Ambulance booking, family notifications, nearest doctor alert).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84632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Analysis of Feasibility: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MVP is highly feasible: Designed as a modular, cloud-based architecture optimized for real-world deployment.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Fast API inference via Groq &amp; SambaNova ensures real-time patient assistance without heavy local computation.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Potential Challenges and Risks: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Accurate extraction of medical data from low-quality report images.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Preventing AI hallucinations or incorrect medical advice.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Strategies for Overcoming Challenges: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Zero Diagnosis Policy: AI is restricted to 'assisting' and never diagnoses without a doctor’s validation.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Strict prompt engineering with ethical boundaries, DPDP Act 2023 &amp; ABHA compliance.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Explicit user consent before recording consultations.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IMPLEMENTATION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84632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Architecture &amp; Technology Stack Workflow: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Input Layer: User uploads report / interacts with 3D Twin / speaks to Voice Assistant.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Processing Layer: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SambaNova Vision extracts OCR data &amp; flags abnormalities.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Groq LLaMA processes NLP &amp; matches patient to a specialist.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Doctor Dashboard validates AI suggestions and issues prescriptions.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Output Layer: Medication reminders, personalized diet &amp; exercise plans, automated recovery tracking.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Highlighting Uniqueness: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Autonomous yet doctor-controlled healthcare.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Dynamic AI Health Risk Score and predictive recovery planning.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Seamlessly bridging the digital divide for patients who cannot type (Voice Mode).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healthsync_bg_1787590075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85953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846320"/>
          </a:xfrm>
        </p:spPr>
        <p:txBody>
          <a:bodyPr wrap="square"/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Potential Impact on the Target Audience: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Targets chronic patients, the elderly, and individuals seeking accessible, stress-free healthcare.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Benefits of the Solution: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Social Impact: Improves medication adherence, reduces healthcare anxiety, and provides multilingual support.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Economic Impact: Lowers costs through Jan Aushadhi generic recommendations; reduces hospital readmissions.</a:t>
            </a:r>
          </a:p>
          <a:p>
            <a:pPr>
              <a:defRPr sz="1800" b="1">
                <a:solidFill>
                  <a:srgbClr val="00897B"/>
                </a:solidFill>
              </a:defRPr>
            </a:pPr>
            <a:r>
              <a:t>Future Scalability: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Wearable device integration (Smartwatches) for real-time vitals monitoring (Heart rate, Sleep, SpO2).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AI-based preventive healthcare generating a Daily Health Score to prevent diseases before they become serious.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