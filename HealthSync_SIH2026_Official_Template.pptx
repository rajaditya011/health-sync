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8" r:id="rId6"/>
    <p:sldId id="294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2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1E82-5648-F835-C6C4-77FC4FB3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7686B38-9AC0-AD22-2861-08A61641A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1545607-0BBE-F18D-95B7-55E558EA0F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5BD0A68-F56C-83A0-0329-139A356D2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06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BC070-40DB-49B9-A9FA-6B0053D8AA73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0CDBFA-6C36-4DEE-955F-35EF94240790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53203-FF39-4F1D-B7EC-FE84A03349E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40F327-003F-42E3-BC67-DDDF8BC42F1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7A7F6D-6918-46CF-A07C-072C5AB2EF2A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6500E5-E8E5-4BC7-9EB7-79E5A3CB5C7C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CAB933-BEDB-451E-A04C-4FB6ADB55E5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B255FD-ECDC-48BD-9C26-D25768A0600F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D4A8A-FE7D-4BAE-92A8-640AAFEC08FB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68D236-4EB5-414E-B8FC-BC85A156A4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162FD-7369-41D0-962E-F4A780C49E2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570A312B-379F-4659-B4C8-2326DD97A724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sv-SE"/>
              <a:t>Idea Submission – SIH (Internal Hackathon) 2026 - Dayananda Sagar University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95326" y="182384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4843" y="135135"/>
            <a:ext cx="8534400" cy="124131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155203" y="-523795"/>
            <a:ext cx="7764040" cy="1794533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761" y="1199861"/>
            <a:ext cx="6254350" cy="465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Problem Statement ID - SIH26047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Problem Statement Title - Patient Case-Taking Software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Theme - HEALTH TECH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PS Category - Software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Team ID - SIH2026-184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Team Name - AFTER HOURS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Team Leader - Harsha Kolli (ENG25AM0171)</a:t>
            </a:r>
          </a:p>
          <a:p>
            <a:pPr>
              <a:defRPr sz="1600" b="1">
                <a:solidFill>
                  <a:srgbClr val="000000"/>
                </a:solidFill>
              </a:defRPr>
            </a:pPr>
            <a:r>
              <a:t>Team Members - Sushanth Hegde (ENG25AD0070), Ashish P (ENG25AM0143), Harsh Kubade (ENG25AM0148), Aditya Raj (ENG25AD0083), Priyanshu Chauhan (ENG25CS0663)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-100196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73C0F3-4675-8B0B-A71E-B654B46C9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" y="14990"/>
            <a:ext cx="2233152" cy="7169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FAEC3B-2AA2-61DE-2C3C-C833E41E2B86}"/>
              </a:ext>
            </a:extLst>
          </p:cNvPr>
          <p:cNvSpPr/>
          <p:nvPr/>
        </p:nvSpPr>
        <p:spPr>
          <a:xfrm>
            <a:off x="0" y="6520723"/>
            <a:ext cx="12192000" cy="3222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solidFill>
                  <a:schemeClr val="tx1"/>
                </a:solidFill>
              </a:rPr>
              <a:t>School of Engineering, Dayananda Sagar University, Bengaluru - </a:t>
            </a:r>
            <a:r>
              <a:rPr lang="en-IN" sz="1400" spc="300" dirty="0">
                <a:solidFill>
                  <a:schemeClr val="tx1"/>
                </a:solidFill>
              </a:rPr>
              <a:t>562112</a:t>
            </a:r>
            <a:r>
              <a:rPr lang="en-US" sz="1400" spc="300" dirty="0">
                <a:solidFill>
                  <a:schemeClr val="tx1"/>
                </a:solidFill>
              </a:rPr>
              <a:t>.</a:t>
            </a:r>
            <a:endParaRPr lang="en-IN" sz="1400" spc="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Proposed Solution: HealthSync AI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An integrated platform empowering patients and clinicians with intelligent insights.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Problem Addressed: Complex reports, specialist discovery, and medication non-adherence.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Solution: Scans reports, analyzes conditions, recommends specialists, and tracks recovery.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Innovation and Uniqueness: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3D Digital Twin: Interactive 3D model to visually map symptoms and localized pain.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Multi-lingual Voice Assistant: Hands-free voice (English/Hindi) with Text-To-Speech.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Jan Aushadhi Integration: Recommends affordable generic medicine alternatives.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Technologies to be Used: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Frontend: Next.js 14, React, Three.js (3D Twin), Framer Motion, Tailwind CSS.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AI Models: Groq API (LLaMA-3 70B for fast NLP), SambaNova API (Llama-3.2 90B Vision).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Voice/Accessibility: Web Speech API for real-time transcription and TTS.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Backend/Architecture: Modular, cloud-based API Routes, Privacy-first design.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Methodology and Implementation Process: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Patients interact via the 3D avatar or speak naturally via the Voice Assistant.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SambaNova Vision AI extracts OCR data from uploaded medical reports.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Groq LLaMA analyzes data, assesses urgency, and builds personalized recovery plans.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Integrated ASAP Emergency SOS (Ambulance booking, family notifications).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sv-SE">
                <a:solidFill>
                  <a:schemeClr val="bg1"/>
                </a:solidFill>
              </a:rPr>
              <a:t>Idea Submission – SIH (Internal Hackathon) 2026 - Dayananda Sagar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Analysis of Feasibility: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High Feasibility: Built on modular, cloud-based architecture optimized for real-world deployment.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Fast Inference: APIs like Groq &amp; SambaNova ensure real-time response on low-end devices.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Potential Challenges and Risks: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Extracting medical data from low-quality, handwritten report images.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Preventing AI hallucinations or incorrect medical advice.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Strategies for Overcoming Challenges: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Zero Diagnosis Policy: AI is restricted to 'assisting' and never diagnosing without a doctor.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Strict prompt engineering with DPDP Act 2023 &amp; ABHA ethical compliance.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Explicit user consent before recording any online consultations.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95A4-A5D9-2CB9-EB81-5C2A89B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63772D-1F58-A8ED-FD18-1E19F564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02B8BF7-090A-7EBE-D741-37DE4E7E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IMPLEMENTATION WORKFLOW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9653CCC8-9A05-B1E3-FCCE-8110B5AAC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Architecture &amp; Technology Stack Workflow: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Input Layer: User uploads report / interacts with 3D Twin / speaks to Voice Assistant.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Processing Layer: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- SambaNova Vision extracts OCR data &amp; flags abnormalities.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- Groq LLaMA processes NLP &amp; matches patient to a specialist.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- Doctor Dashboard validates AI suggestions and issues prescriptions.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Output Layer: Medication reminders, personalized diet plans, automated recovery tracking.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Highlighting Uniqueness: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Autonomous yet doctor-controlled healthcare.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Dynamic AI Health Risk Score and predictive recovery planning.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F2F138-2901-0D43-506F-3492A9DB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66A2E7F7-0708-E9CB-9D1D-37FBB3270C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7B5D60-03D6-9079-9946-9FC1F0C93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9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Potential Impact on the Target Audience: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Empowers chronic patients, the elderly, and individuals seeking accessible healthcare.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Benefits of the Solution: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Social Impact: Improves medication adherence, reduces anxiety, bridges digital divide.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Economic Impact: Lowers costs via Jan Aushadhi generics; reduces hospital readmissions.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Future Scalability: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Wearable device integration (Smartwatches) for real-time vitals monitoring.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AI-based preventive healthcare generating a Daily Health Score.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Research &amp; References: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Ministry of Health &amp; Family Welfare guidelines on telemedicine.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Jan Aushadhi scheme data for generic medicine mapping.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LLM integration research based on LLaMA-3 and SambaNova Vision optimization.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t>ABHA (Ayushman Bharat Health Account) API documentation for data privacy compliance.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AFTER HOURS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Idea Submission – SIH (Internal Hackathon) 2026 - Dayananda Sagar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– Team will be given 5 Minutes to Present and Viva will be taken – Jury panel Evaluation is fina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 and it in not subject to Change. – Selected List of the First round will be Announced in 3 days after Completion. 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458</Words>
  <Application>Microsoft Office PowerPoint</Application>
  <PresentationFormat>Widescreen</PresentationFormat>
  <Paragraphs>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IMPLEMENTATION WORKFLOW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Dr. Arunkumar Gopu</cp:lastModifiedBy>
  <cp:revision>152</cp:revision>
  <dcterms:created xsi:type="dcterms:W3CDTF">2013-12-12T18:46:50Z</dcterms:created>
  <dcterms:modified xsi:type="dcterms:W3CDTF">2026-08-24T03:44:01Z</dcterms:modified>
  <cp:category/>
</cp:coreProperties>
</file>