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8" r:id="rId6"/>
    <p:sldId id="29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2" y="3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1E82-5648-F835-C6C4-77FC4FB3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7686B38-9AC0-AD22-2861-08A61641A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1545607-0BBE-F18D-95B7-55E558EA0F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5BD0A68-F56C-83A0-0329-139A356D2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06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0BC070-40DB-49B9-A9FA-6B0053D8AA73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0CDBFA-6C36-4DEE-955F-35EF94240790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E53203-FF39-4F1D-B7EC-FE84A03349E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40F327-003F-42E3-BC67-DDDF8BC42F19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A7A7F6D-6918-46CF-A07C-072C5AB2EF2A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6500E5-E8E5-4BC7-9EB7-79E5A3CB5C7C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CAB933-BEDB-451E-A04C-4FB6ADB55E58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B255FD-ECDC-48BD-9C26-D25768A0600F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2D4A8A-FE7D-4BAE-92A8-640AAFEC08FB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68D236-4EB5-414E-B8FC-BC85A156A475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8162FD-7369-41D0-962E-F4A780C49E2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570A312B-379F-4659-B4C8-2326DD97A724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HEALTHSYNC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AI-Powered Patient Case-Taking &amp; Intelligent Healthcare Assistance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3840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</a:defRPr>
            </a:pPr>
            <a:r>
              <a:t>PROJECT DETAILS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Problem ID: SIH26047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Title: Patient Case-Taking Software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Theme: HEALTH TECH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Category: 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474720"/>
            <a:ext cx="3840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</a:defRPr>
            </a:pPr>
            <a:r>
              <a:t>TEAM: AFTER HOURS (SIH2026-184)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Leader: Harsha Kolli (ENG25AM0171)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Sushanth Hegde | Ashish P | Harsh Kubade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Aditya Raj | Priyanshu Chauhan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C3C3C"/>
                </a:solidFill>
              </a:defRPr>
            </a:pPr>
            <a:r>
              <a:t>School of Engineering, Dayananda Sagar University, Bengaluru - 562112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HEALTHSYNC AI — FROM COMPLEX DATA TO ACTIONABLE CARE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91440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</a:defRPr>
            </a:pPr>
            <a:r>
              <a:t>01 COMPLEX REPORTS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Patients struggle to understand medical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2560320" cy="91440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</a:defRPr>
            </a:pPr>
            <a:r>
              <a:t>02 RIGHT SPECIALIST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Patients may not know which specialist is appropriate.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2560320" cy="91440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</a:defRPr>
            </a:pPr>
            <a:r>
              <a:t>03 MED. ADHERENCE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Patients forget or fail to follow routines.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2560320" cy="91440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</a:defRPr>
            </a:pPr>
            <a:r>
              <a:t>04 ACCESSIBILITY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Language and digital barriers hinder care.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21945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PATIENT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389120" y="2194560"/>
            <a:ext cx="365760" cy="36576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2651760"/>
            <a:ext cx="2194560" cy="146304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HealthSync AI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Report Intelligence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3D Digital Twin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Voice AI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Specialist Matching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389120" y="4206240"/>
            <a:ext cx="365760" cy="36576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4663440"/>
            <a:ext cx="21945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DOCTOR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371600"/>
            <a:ext cx="2560320" cy="109728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</a:defRPr>
            </a:pPr>
            <a:r>
              <a:t>3D DIGITAL TWIN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Visual symptom &amp; pain localization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743200"/>
            <a:ext cx="2560320" cy="109728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</a:defRPr>
            </a:pPr>
            <a:r>
              <a:t>VOICE-FIRST CARE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English/Hindi hands-free interaction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2560320" cy="109728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</a:defRPr>
            </a:pPr>
            <a:r>
              <a:t>AFFORDABLE CARE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Jan Aushadhi generic alternatives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0A19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 assists. Doctor decides.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1. PATIENT INPUT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Report Upload  |  Voice Interaction  |  3D Digital Twin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89120" y="2194560"/>
            <a:ext cx="36576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560320"/>
            <a:ext cx="7315200" cy="109728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2. AI PROCESSING</a:t>
            </a:r>
          </a:p>
          <a:p>
            <a:pPr algn="ctr" lvl="1">
              <a:defRPr sz="1200">
                <a:solidFill>
                  <a:srgbClr val="3C3C3C"/>
                </a:solidFill>
              </a:defRPr>
            </a:pPr>
            <a:r>
              <a:t>• SambaNova Vision AI → OCR / medical report extraction</a:t>
            </a:r>
          </a:p>
          <a:p>
            <a:pPr algn="ctr" lvl="1">
              <a:defRPr sz="1200">
                <a:solidFill>
                  <a:srgbClr val="3C3C3C"/>
                </a:solidFill>
              </a:defRPr>
            </a:pPr>
            <a:r>
              <a:t>• Groq LLaMA → NLP / contextual analysis / specialist matching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89120" y="3749039"/>
            <a:ext cx="36576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3. CLINICAL LAYER (Doctor Dashboard)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Review AI suggestions  →  Validate  →  Prescribe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389120" y="4937760"/>
            <a:ext cx="36576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4. PATIENT OUTPUT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Medication Reminders  |  Diet Guidance  |  Health-Risk Insights  |  Emergency 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TECH STACK: Next.js 14 • React • Three.js • Framer Motion • Tailwind CSS • Groq API • LLaMA • SambaNova Vision • Web Speech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FEASIBILITY, RISKS &amp; MITIGATION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411480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09688"/>
                </a:solidFill>
              </a:defRPr>
            </a:pPr>
            <a:r>
              <a:t>WHY FEASIBLE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MODULAR ARCHITECTURE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Cloud-based modular components allow independent development and scaling.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FAST AI INFERENCE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Groq and SambaNova APIs support highly responsive AI interactions.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ACCESSIBLE DEVICES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Web-based architecture supports low-end devices effectively.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371600"/>
            <a:ext cx="2560320" cy="411480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</a:defRPr>
            </a:pPr>
            <a:r>
              <a:t>RISKS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REPORT QUALITY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Low-quality / handwritten reports can reduce OCR accuracy.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AI HALLUCINATION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Incorrect AI output could create safety risks.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MEDICAL PRIVACY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Patient data requires strong privacy and consent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MITIGATION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HUMAN-IN-THE-LOOP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Doctor validates all AI suggestions.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ZERO DIAGNOSIS POLICY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AI strictly assists; it does not independently diagnose.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PRIVACY + CONSENT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Explicit consent and DPDP/ABHA compliance considerations.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0A19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AI + DOCTOR &gt; AI ALONE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95A4-A5D9-2CB9-EB81-5C2A89B2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F2F138-2901-0D43-506F-3492A9DB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END-TO-END IMPLEMENTATION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" y="1371600"/>
            <a:ext cx="14630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1. INPUT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📄 Report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🎙️ Voice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🧍 3D Twin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37360" y="2103120"/>
            <a:ext cx="274320" cy="18288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03120" y="1371600"/>
            <a:ext cx="1828800" cy="182880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2. UNDERSTANDING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SambaNova Vision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OCR + extraction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Groq LLaMA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Context + analysis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2103120"/>
            <a:ext cx="274320" cy="18288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1828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3. CLINICAL AI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Risk insights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Specialist matching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Recovery planning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309360" y="2103120"/>
            <a:ext cx="274320" cy="18288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1371600"/>
            <a:ext cx="2286000" cy="182880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4. VALIDATION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Doctor Dashboard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Review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↓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Validate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↓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Prescribe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772400" y="3291840"/>
            <a:ext cx="18288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3657600"/>
            <a:ext cx="45720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5. PERSONALIZED CARE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Medication reminders  |  Diet guidance  |  Recovery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3657600"/>
            <a:ext cx="3840480" cy="137160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D32F2F"/>
                </a:solidFill>
              </a:defRPr>
            </a:pPr>
            <a:r>
              <a:t>EMERGENCY SOS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Emergency detected → Ambulance support → Family notification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25603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★ 3D DIGITAL TWIN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486400"/>
            <a:ext cx="25603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★ DOCTOR-CONTROLLED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5486400"/>
            <a:ext cx="25603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★ DYNAMIC RECOVERY</a:t>
            </a:r>
          </a:p>
        </p:txBody>
      </p:sp>
    </p:spTree>
    <p:extLst>
      <p:ext uri="{BB962C8B-B14F-4D97-AF65-F5344CB8AC3E}">
        <p14:creationId xmlns:p14="http://schemas.microsoft.com/office/powerpoint/2010/main" val="269139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IMPACT, SCALABILITY &amp; COMPLIANCE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93192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09688"/>
                </a:solidFill>
              </a:defRPr>
            </a:pPr>
            <a:r>
              <a:t>SOCIAL IMPACT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Better medication adherence.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Reduced healthcare anxiety.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More accessible healthcare interaction.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Support for elderly and chronic patients.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393192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ECONOMIC IMPACT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Affordable generic alternatives (Jan Aushadhi).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Potential reduction in avoidable hospital readmissions.</a:t>
            </a:r>
          </a:p>
          <a:p>
            <a:pPr algn="l" lvl="1">
              <a:defRPr sz="1200">
                <a:solidFill>
                  <a:srgbClr val="3C3C3C"/>
                </a:solidFill>
              </a:defRPr>
            </a:pPr>
            <a:r>
              <a:t>• Lower friction in healthcare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8229600" cy="16459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FUTURE SCALABILITY PROGRESSION</a:t>
            </a:r>
          </a:p>
          <a:p>
            <a:pPr algn="ctr">
              <a:defRPr sz="1200">
                <a:solidFill>
                  <a:srgbClr val="3C3C3C"/>
                </a:solidFill>
              </a:defRPr>
            </a:pPr>
            <a:r>
              <a:t>HealthSync AI  →  Wearables  →  Real-time Vitals  →  Daily Health Score  →  Preventive 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RESEARCH / COMPLIANCE BASIS: MoHFW telemedicine guidance | Jan Aushadhi data | LLaMA / Vision-AI research | ABHA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– Team will be given 5 Minutes to Present and Viva will be taken – Jury panel Evaluation is fina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 and it in not subject to Change. – Selected List of the First round will be Announced in 3 days after Completion. 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7571</TotalTime>
  <Words>458</Words>
  <Application>Microsoft Office PowerPoint</Application>
  <PresentationFormat>Widescreen</PresentationFormat>
  <Paragraphs>66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IMPLEMENTATION WORKFLOW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Dr. Arunkumar Gopu</cp:lastModifiedBy>
  <cp:revision>152</cp:revision>
  <dcterms:created xsi:type="dcterms:W3CDTF">2013-12-12T18:46:50Z</dcterms:created>
  <dcterms:modified xsi:type="dcterms:W3CDTF">2026-08-24T03:44:01Z</dcterms:modified>
  <cp:category/>
</cp:coreProperties>
</file>